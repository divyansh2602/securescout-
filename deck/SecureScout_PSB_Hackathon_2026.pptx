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0F3FF"/>
                </a:solidFill>
                <a:latin typeface="Segoe UI"/>
              </a:rPr>
              <a:t>🛡  SecureScout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8D0E7"/>
                </a:solidFill>
                <a:latin typeface="Segoe UI"/>
              </a:rPr>
              <a:t>Automated discovery of misconfigurations &amp; vulnerable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8D0E7"/>
                </a:solidFill>
                <a:latin typeface="Segoe UI"/>
              </a:rPr>
              <a:t>in open-source software — with one-click auto-remediation.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846320"/>
            <a:ext cx="51206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PSB Hackathon 2026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Problem Statement 3 · UCO Bank × IIT Kharagpur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Divyansh Gupta · B.Tech CSE, 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7492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49</a:t>
            </a:r>
            <a:r>
              <a:rPr sz="1300" b="0">
                <a:solidFill>
                  <a:srgbClr val="8A93AD"/>
                </a:solidFill>
                <a:latin typeface="Segoe UI"/>
              </a:rPr>
              <a:t>  findings on the demo target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97316"/>
                </a:solidFill>
                <a:latin typeface="Segoe UI"/>
              </a:rPr>
              <a:t>100/100</a:t>
            </a:r>
            <a:r>
              <a:rPr sz="1300" b="0">
                <a:solidFill>
                  <a:srgbClr val="8A93AD"/>
                </a:solidFill>
                <a:latin typeface="Segoe UI"/>
              </a:rPr>
              <a:t>  risk score · </a:t>
            </a:r>
            <a:r>
              <a:rPr sz="1800" b="1">
                <a:solidFill>
                  <a:srgbClr val="22C55E"/>
                </a:solidFill>
                <a:latin typeface="Segoe UI"/>
              </a:rPr>
              <a:t>14</a:t>
            </a:r>
            <a:r>
              <a:rPr sz="1300" b="0">
                <a:solidFill>
                  <a:srgbClr val="8A93AD"/>
                </a:solidFill>
                <a:latin typeface="Segoe UI"/>
              </a:rPr>
              <a:t>  auto-patched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Vulnerabilities hide in what you didn't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728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0F3FF"/>
                </a:solidFill>
                <a:latin typeface="Segoe UI"/>
              </a:rPr>
              <a:t>80%+ of modern app code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comes from open-source dependencies — each a potential entry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109728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0F3FF"/>
                </a:solidFill>
                <a:latin typeface="Segoe UI"/>
              </a:rPr>
              <a:t>Misconfigurations &amp; secrets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hardcoded keys, weak crypto, debug mode, and exposed credentials ship to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9728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0F3FF"/>
                </a:solidFill>
                <a:latin typeface="Segoe UI"/>
              </a:rPr>
              <a:t>Known CVEs go unpatched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teams lack a fast, automated way to find AND fix vulnerable package versions.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728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0F3FF"/>
                </a:solidFill>
                <a:latin typeface="Segoe UI"/>
              </a:rPr>
              <a:t>Banking-grade risk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a single unpatched dependency can expose customer financial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Scan → Score → Report → Auto-Fix,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06040" cy="274320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0F3FF"/>
                </a:solidFill>
                <a:latin typeface="Segoe UI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5 detectors sweep deps, code, configs &amp; secrets across the whole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011680"/>
            <a:ext cx="2606040" cy="274320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0F3FF"/>
                </a:solidFill>
                <a:latin typeface="Segoe UI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A single 0–100 risk score with PASS/FAIL — built for CI gates.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606040" cy="274320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0F3FF"/>
                </a:solidFill>
                <a:latin typeface="Segoe UI"/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40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Premium self-contained HTML + JSON, plus a live web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011680"/>
            <a:ext cx="2606040" cy="274320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974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0F3FF"/>
                </a:solidFill>
                <a:latin typeface="Segoe UI"/>
              </a:rPr>
              <a:t>Auto-Fix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91840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Generates a patched requirements.fixed.txt with safe version pins.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One engine, five detectors, two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21488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CVE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3AD"/>
                </a:solidFill>
                <a:latin typeface="Segoe UI"/>
              </a:rPr>
              <a:t>Vulnerable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965960"/>
            <a:ext cx="21488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420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3AD"/>
                </a:solidFill>
                <a:latin typeface="Segoe UI"/>
              </a:rPr>
              <a:t>Hardcoded keys/passwords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965960"/>
            <a:ext cx="21488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03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Crypto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5420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3AD"/>
                </a:solidFill>
                <a:latin typeface="Segoe UI"/>
              </a:rPr>
              <a:t>Weak hashing &amp; ciphers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965960"/>
            <a:ext cx="21488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103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420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3AD"/>
                </a:solidFill>
                <a:latin typeface="Segoe UI"/>
              </a:rPr>
              <a:t>SQLi / cmd / XSS / 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965960"/>
            <a:ext cx="2148840" cy="1188720"/>
          </a:xfrm>
          <a:prstGeom prst="rect">
            <a:avLst/>
          </a:prstGeom>
          <a:solidFill>
            <a:srgbClr val="1418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03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8CF8"/>
                </a:solidFill>
                <a:latin typeface="Segoe UI"/>
              </a:rPr>
              <a:t>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5420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A93AD"/>
                </a:solidFill>
                <a:latin typeface="Segoe UI"/>
              </a:rPr>
              <a:t>Insecure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8D0E7"/>
                </a:solidFill>
                <a:latin typeface="Segoe UI"/>
              </a:rPr>
              <a:t>⮧  unified Scanner Engine  (dedupe · severity rank · risk score)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114800"/>
            <a:ext cx="402336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25196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0F3FF"/>
                </a:solidFill>
                <a:latin typeface="Segoe UI"/>
              </a:rPr>
              <a:t>CLI  +  CI/CD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Python CLI · JSON/HTML export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--autofix · --fail-on-critical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GitHub Actions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114800"/>
            <a:ext cx="402336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25196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0F3FF"/>
                </a:solidFill>
                <a:latin typeface="Segoe UI"/>
              </a:rPr>
              <a:t>Enterprise Platform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Next.js 14 dashboard + upload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Express API · JWT · 5-tier RBAC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8A93AD"/>
                </a:solidFill>
                <a:latin typeface="Segoe UI"/>
              </a:rPr>
              <a:t>PostgreSQL + Prisma ·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vulnerable_bank_app — caught in 0.01s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060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C8D0E7"/>
                </a:solidFill>
                <a:latin typeface="Segoe UI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Total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26060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F4444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0632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6060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97316"/>
                </a:solidFill>
                <a:latin typeface="Segoe U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011680"/>
            <a:ext cx="26060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AB308"/>
                </a:solidFill>
                <a:latin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632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0908792" cy="173736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F4444"/>
                </a:solidFill>
                <a:latin typeface="Segoe UI"/>
              </a:rPr>
              <a:t>Risk Score 100/100 · Status FAIL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Catches CVEs (PyYAML RCE, Paramiko auth bypass), hardcoded AWS keys &amp; JWT secrets,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SQL injection, command injection, eval/exec, MD5/SHA-1, pickle, debug mode, ECB crypto…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→ Auto-Fix patched 14 vulnerable dependencies to safe versions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It doesn't just find — it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C8D0E7"/>
                </a:solidFill>
                <a:latin typeface="Segoe UI"/>
              </a:rPr>
              <a:t>--autofix generates a patched requirements file with known-safe pins: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908792" cy="2377440"/>
          </a:xfrm>
          <a:prstGeom prst="rect">
            <a:avLst/>
          </a:prstGeom>
          <a:solidFill>
            <a:srgbClr val="0E121F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F4444"/>
                </a:solidFill>
                <a:latin typeface="Segoe UI"/>
              </a:rPr>
              <a:t>flask==0.12.2         </a:t>
            </a:r>
            <a:r>
              <a:rPr sz="1300" b="0">
                <a:solidFill>
                  <a:srgbClr val="8A93AD"/>
                </a:solidFill>
                <a:latin typeface="Segoe UI"/>
              </a:rPr>
              <a:t>→  </a:t>
            </a:r>
            <a:r>
              <a:rPr sz="1300" b="1">
                <a:solidFill>
                  <a:srgbClr val="22C55E"/>
                </a:solidFill>
                <a:latin typeface="Segoe UI"/>
              </a:rPr>
              <a:t>flask&gt;=2.3.3          </a:t>
            </a:r>
            <a:r>
              <a:rPr sz="1200" b="0">
                <a:solidFill>
                  <a:srgbClr val="8A93AD"/>
                </a:solidFill>
                <a:latin typeface="Segoe UI"/>
              </a:rPr>
              <a:t>  CVE-2018-1000656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F4444"/>
                </a:solidFill>
                <a:latin typeface="Segoe UI"/>
              </a:rPr>
              <a:t>pyyaml==3.12          </a:t>
            </a:r>
            <a:r>
              <a:rPr sz="1300" b="0">
                <a:solidFill>
                  <a:srgbClr val="8A93AD"/>
                </a:solidFill>
                <a:latin typeface="Segoe UI"/>
              </a:rPr>
              <a:t>→  </a:t>
            </a:r>
            <a:r>
              <a:rPr sz="1300" b="1">
                <a:solidFill>
                  <a:srgbClr val="22C55E"/>
                </a:solidFill>
                <a:latin typeface="Segoe UI"/>
              </a:rPr>
              <a:t>pyyaml&gt;=6.0.1         </a:t>
            </a:r>
            <a:r>
              <a:rPr sz="1200" b="0">
                <a:solidFill>
                  <a:srgbClr val="8A93AD"/>
                </a:solidFill>
                <a:latin typeface="Segoe UI"/>
              </a:rPr>
              <a:t>  CVE-2017-18342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F4444"/>
                </a:solidFill>
                <a:latin typeface="Segoe UI"/>
              </a:rPr>
              <a:t>paramiko==2.4.0       </a:t>
            </a:r>
            <a:r>
              <a:rPr sz="1300" b="0">
                <a:solidFill>
                  <a:srgbClr val="8A93AD"/>
                </a:solidFill>
                <a:latin typeface="Segoe UI"/>
              </a:rPr>
              <a:t>→  </a:t>
            </a:r>
            <a:r>
              <a:rPr sz="1300" b="1">
                <a:solidFill>
                  <a:srgbClr val="22C55E"/>
                </a:solidFill>
                <a:latin typeface="Segoe UI"/>
              </a:rPr>
              <a:t>paramiko&gt;=3.3.1       </a:t>
            </a:r>
            <a:r>
              <a:rPr sz="1200" b="0">
                <a:solidFill>
                  <a:srgbClr val="8A93AD"/>
                </a:solidFill>
                <a:latin typeface="Segoe UI"/>
              </a:rPr>
              <a:t>  CVE-2018-1000805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F4444"/>
                </a:solidFill>
                <a:latin typeface="Segoe UI"/>
              </a:rPr>
              <a:t>cryptography==1.9     </a:t>
            </a:r>
            <a:r>
              <a:rPr sz="1300" b="0">
                <a:solidFill>
                  <a:srgbClr val="8A93AD"/>
                </a:solidFill>
                <a:latin typeface="Segoe UI"/>
              </a:rPr>
              <a:t>→  </a:t>
            </a:r>
            <a:r>
              <a:rPr sz="1300" b="1">
                <a:solidFill>
                  <a:srgbClr val="22C55E"/>
                </a:solidFill>
                <a:latin typeface="Segoe UI"/>
              </a:rPr>
              <a:t>cryptography&gt;=41.0.5  </a:t>
            </a:r>
            <a:r>
              <a:rPr sz="1200" b="0">
                <a:solidFill>
                  <a:srgbClr val="8A93AD"/>
                </a:solidFill>
                <a:latin typeface="Segoe UI"/>
              </a:rPr>
              <a:t>  CVE-2018-10903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F4444"/>
                </a:solidFill>
                <a:latin typeface="Segoe UI"/>
              </a:rPr>
              <a:t>…+10 more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Code-level issues (secrets, injection) are flagged for manual review — never auto-patched,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8A93AD"/>
                </a:solidFill>
                <a:latin typeface="Segoe UI"/>
              </a:rPr>
              <a:t>so application logic is never silently broken.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PRODUCTION-GRADE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A full enterprise platform, not a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743200" cy="713232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011680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8D0E7"/>
                </a:solidFill>
                <a:latin typeface="Segoe UI"/>
              </a:rPr>
              <a:t>Next.js 14 · TypeScript · Tailwind · shadcn/ui · drag-drop ZIP upload · live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61488"/>
            <a:ext cx="2743200" cy="713232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9504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52928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8D0E7"/>
                </a:solidFill>
                <a:latin typeface="Segoe UI"/>
              </a:rPr>
              <a:t>Express + TypeScript · JWT w/ refresh tokens · 5-tier RBAC · Zod validation · Helmet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2743200" cy="713232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307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694176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8D0E7"/>
                </a:solidFill>
                <a:latin typeface="Segoe UI"/>
              </a:rPr>
              <a:t>3-tier rate limiting · audit logging · unit + integration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43984"/>
            <a:ext cx="2743200" cy="713232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535424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8D0E7"/>
                </a:solidFill>
                <a:latin typeface="Segoe UI"/>
              </a:rPr>
              <a:t>PostgreSQL + Prisma 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85232"/>
            <a:ext cx="2743200" cy="713232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Deploy (no Docker)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376672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8D0E7"/>
                </a:solidFill>
                <a:latin typeface="Segoe UI"/>
              </a:rPr>
              <a:t>Vercel · Render · Neon/Supabase · Upstash — GitHub Actions CI/CD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SHIFT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Blocks vulnerable code at the PR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1280160"/>
          </a:xfrm>
          <a:prstGeom prst="rect">
            <a:avLst/>
          </a:prstGeom>
          <a:solidFill>
            <a:srgbClr val="0E121F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2C55E"/>
                </a:solidFill>
                <a:latin typeface="Segoe UI"/>
              </a:rPr>
              <a:t>$ securescout ./app --fail-on-critical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F4444"/>
                </a:solidFill>
                <a:latin typeface="Segoe UI"/>
              </a:rPr>
              <a:t>Risk Score: 100/100 · Status: FAIL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Error: 20 critical findings — build failed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C8D0E7"/>
                </a:solidFill>
                <a:latin typeface="Segoe UI"/>
              </a:rPr>
              <a:t>• Runs on every push &amp; pull request via GitHub Actions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C8D0E7"/>
                </a:solidFill>
                <a:latin typeface="Segoe UI"/>
              </a:rPr>
              <a:t>• Non-zero exit on critical findings → red build, merge blocked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C8D0E7"/>
                </a:solidFill>
                <a:latin typeface="Segoe UI"/>
              </a:rPr>
              <a:t>• Uploads JSON + HTML report as build artifacts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1">
                <a:solidFill>
                  <a:srgbClr val="818CF8"/>
                </a:solidFill>
                <a:latin typeface="Segoe UI"/>
              </a:rPr>
              <a:t>• Security becomes a gate, not an afterthought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0F3FF"/>
                </a:solidFill>
                <a:latin typeface="Segoe UI"/>
              </a:rPr>
              <a:t>Why SecureScout stands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3492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Detection AND remediation — most tools stop at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3492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Demo-ready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One command → 49 real findings, premium report, auto-fix.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3492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Enterprise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Real auth, RBAC, audit, CI/CD — production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349240" cy="1554480"/>
          </a:xfrm>
          <a:prstGeom prst="rect">
            <a:avLst/>
          </a:prstGeom>
          <a:solidFill>
            <a:srgbClr val="141828"/>
          </a:solidFill>
          <a:ln w="12700">
            <a:solidFill>
              <a:srgbClr val="1E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Domain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C8D0E7"/>
                </a:solidFill>
                <a:latin typeface="Segoe UI"/>
              </a:rPr>
              <a:t>Built for banking-grade dependency risk (PS3).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0F3FF"/>
                </a:solidFill>
                <a:latin typeface="Segoe U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8D0E7"/>
                </a:solidFill>
                <a:latin typeface="Segoe UI"/>
              </a:rPr>
              <a:t>SecureScout — find it, score it,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Divyansh Gupta · divyansh.gupta2023@vitstudent.ac.in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8A93AD"/>
                </a:solidFill>
                <a:latin typeface="Segoe UI"/>
              </a:rPr>
              <a:t>PSB Hackathon 2026 · Problem Statement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